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34c935db64e62" /><Relationship Type="http://schemas.openxmlformats.org/officeDocument/2006/relationships/extended-properties" Target="/docProps/app.xml" Id="R4988a6e2855f4161" /><Relationship Type="http://schemas.openxmlformats.org/officeDocument/2006/relationships/officeDocument" Target="/ppt/presentation.xml" Id="R23af8fb3e677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e0a9427dfb42f0"/>
  </p:sldMasterIdLst>
  <p:notesMasterIdLst>
    <p:notesMasterId xmlns:r="http://schemas.openxmlformats.org/officeDocument/2006/relationships" r:id="R48dbc3c38f304f51"/>
  </p:notesMasterIdLst>
  <p:sldIdLst>
    <p:sldId xmlns:r="http://schemas.openxmlformats.org/officeDocument/2006/relationships" id="256" r:id="R3a5a167039634422"/>
    <p:sldId xmlns:r="http://schemas.openxmlformats.org/officeDocument/2006/relationships" id="257" r:id="R800374d7d5884ab3"/>
    <p:sldId xmlns:r="http://schemas.openxmlformats.org/officeDocument/2006/relationships" id="258" r:id="R4b79615387fc4883"/>
    <p:sldId xmlns:r="http://schemas.openxmlformats.org/officeDocument/2006/relationships" id="259" r:id="R00d951a29d2640d0"/>
    <p:sldId xmlns:r="http://schemas.openxmlformats.org/officeDocument/2006/relationships" id="260" r:id="R9577e587ad8e40fe"/>
    <p:sldId xmlns:r="http://schemas.openxmlformats.org/officeDocument/2006/relationships" id="261" r:id="R0831e775c5df4a72"/>
    <p:sldId xmlns:r="http://schemas.openxmlformats.org/officeDocument/2006/relationships" id="262" r:id="R6e2e82da92c3484f"/>
    <p:sldId xmlns:r="http://schemas.openxmlformats.org/officeDocument/2006/relationships" id="263" r:id="R3192f6bd119e40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cc577e9984ea2" /><Relationship Type="http://schemas.openxmlformats.org/officeDocument/2006/relationships/slideMaster" Target="/ppt/slideMasters/slideMaster1.xml" Id="Rafe0a9427dfb42f0" /><Relationship Type="http://schemas.openxmlformats.org/officeDocument/2006/relationships/notesMaster" Target="/ppt/notesMasters/notesMaster1.xml" Id="R48dbc3c38f304f51" /><Relationship Type="http://schemas.openxmlformats.org/officeDocument/2006/relationships/presProps" Target="/ppt/presProps.xml" Id="R0005b88938734710" /><Relationship Type="http://schemas.openxmlformats.org/officeDocument/2006/relationships/tableStyles" Target="/ppt/tableStyles.xml" Id="Rfe707bfd44ba4854" /><Relationship Type="http://schemas.openxmlformats.org/officeDocument/2006/relationships/slide" Target="/ppt/slides/slide1.xml" Id="R3a5a167039634422" /><Relationship Type="http://schemas.openxmlformats.org/officeDocument/2006/relationships/slide" Target="/ppt/slides/slide2.xml" Id="R800374d7d5884ab3" /><Relationship Type="http://schemas.openxmlformats.org/officeDocument/2006/relationships/slide" Target="/ppt/slides/slide3.xml" Id="R4b79615387fc4883" /><Relationship Type="http://schemas.openxmlformats.org/officeDocument/2006/relationships/slide" Target="/ppt/slides/slide4.xml" Id="R00d951a29d2640d0" /><Relationship Type="http://schemas.openxmlformats.org/officeDocument/2006/relationships/slide" Target="/ppt/slides/slide5.xml" Id="R9577e587ad8e40fe" /><Relationship Type="http://schemas.openxmlformats.org/officeDocument/2006/relationships/slide" Target="/ppt/slides/slide6.xml" Id="R0831e775c5df4a72" /><Relationship Type="http://schemas.openxmlformats.org/officeDocument/2006/relationships/slide" Target="/ppt/slides/slide7.xml" Id="R6e2e82da92c3484f" /><Relationship Type="http://schemas.openxmlformats.org/officeDocument/2006/relationships/slide" Target="/ppt/slides/slide8.xml" Id="R3192f6bd119e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33c222cdb3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f8f38632bd4e23" /><Relationship Type="http://schemas.openxmlformats.org/officeDocument/2006/relationships/notesMaster" Target="/ppt/notesMasters/notesMaster1.xml" Id="R3f8f57a93033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6bcf97be34fbd" /><Relationship Type="http://schemas.openxmlformats.org/officeDocument/2006/relationships/notesMaster" Target="/ppt/notesMasters/notesMaster1.xml" Id="Ra4f37c98f6604b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659d44f7442bb" /><Relationship Type="http://schemas.openxmlformats.org/officeDocument/2006/relationships/notesMaster" Target="/ppt/notesMasters/notesMaster1.xml" Id="Rd51abdf19eab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53eb7707e460b" /><Relationship Type="http://schemas.openxmlformats.org/officeDocument/2006/relationships/notesMaster" Target="/ppt/notesMasters/notesMaster1.xml" Id="Rd3e277835416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eed6742e4468f" /><Relationship Type="http://schemas.openxmlformats.org/officeDocument/2006/relationships/notesMaster" Target="/ppt/notesMasters/notesMaster1.xml" Id="R66cd8485e0ce40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07dce53c54f7b" /><Relationship Type="http://schemas.openxmlformats.org/officeDocument/2006/relationships/notesMaster" Target="/ppt/notesMasters/notesMaster1.xml" Id="R4734a0d65d454b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f3f9b66284ca1" /><Relationship Type="http://schemas.openxmlformats.org/officeDocument/2006/relationships/notesMaster" Target="/ppt/notesMasters/notesMaster1.xml" Id="R81c9514673a14f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a3d375cc94271" /><Relationship Type="http://schemas.openxmlformats.org/officeDocument/2006/relationships/notesMaster" Target="/ppt/notesMasters/notesMaster1.xml" Id="R9e5de8bc2f28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a83c46f25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f0b09c20b4f70" /><Relationship Type="http://schemas.openxmlformats.org/officeDocument/2006/relationships/slideLayout" Target="/ppt/slideLayouts/slideLayout1.xml" Id="R7e96b080c2f9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96b080c2f9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725960af43ec" /><Relationship Type="http://schemas.openxmlformats.org/officeDocument/2006/relationships/notesSlide" Target="/ppt/notesSlides/notesSlide1.xml" Id="R20a261bd9cb2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115276c0c45c7" /><Relationship Type="http://schemas.openxmlformats.org/officeDocument/2006/relationships/notesSlide" Target="/ppt/notesSlides/notesSlide2.xml" Id="R094e76c6afd74f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81e5ce62546a9" /><Relationship Type="http://schemas.openxmlformats.org/officeDocument/2006/relationships/notesSlide" Target="/ppt/notesSlides/notesSlide3.xml" Id="R58eb496f97d4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726e6e9e247be" /><Relationship Type="http://schemas.openxmlformats.org/officeDocument/2006/relationships/notesSlide" Target="/ppt/notesSlides/notesSlide4.xml" Id="R898130b9d977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f06ee4a4b4bb6" /><Relationship Type="http://schemas.openxmlformats.org/officeDocument/2006/relationships/notesSlide" Target="/ppt/notesSlides/notesSlide5.xml" Id="R4c8fce95529048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10341c137418b" /><Relationship Type="http://schemas.openxmlformats.org/officeDocument/2006/relationships/notesSlide" Target="/ppt/notesSlides/notesSlide6.xml" Id="R8c6ef5f5d7b643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e026c88064ec0" /><Relationship Type="http://schemas.openxmlformats.org/officeDocument/2006/relationships/notesSlide" Target="/ppt/notesSlides/notesSlide7.xml" Id="R34578f517f92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27297e34405a" /><Relationship Type="http://schemas.openxmlformats.org/officeDocument/2006/relationships/notesSlide" Target="/ppt/notesSlides/notesSlide8.xml" Id="R6cc2b183ba3c49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41AAB2D-93BD-41A3-8541-89716BAE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 and digital systems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2631760-6207-4ED1-B10C-E94F50D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5432CF9-9A94-4870-BB1F-B3505A1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LIGHT · MODULE 4</a:t>
            </a:r>
          </a:p>
        </p:txBody>
      </p:sp>
    </p:spTree>
    <p:extLst>
      <p:ext uri="{BB962C8B-B14F-4D97-AF65-F5344CB8AC3E}">
        <p14:creationId xmlns:p14="http://schemas.microsoft.com/office/powerpoint/2010/main" val="901092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4C4191A-9050-4854-A3B9-8BF3C11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5AC9598-BAA5-4F53-8D72-9192F63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4: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B51E9F-A31A-4F81-BED1-5B8144D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D89620A-1F2D-49FB-AEF6-4A1F15D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F6CBB04-7BC8-4445-A57C-B624674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843DBC9-D4B9-4852-90EA-A25AE10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FD074E2-53C1-4D9C-B9F3-0072947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F79F557-685B-40B6-9D8A-A7C13815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14AF7-C062-4859-ADDF-B4EED48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Variables, loops and conditionals for light behaviour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variable represents named information that may change.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C8181D6-B89F-45D4-8744-E7AC834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 language: algorithms, sequencing and syntax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algorithm describes clear steps before language-specific code is written.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1F250-B7A5-419F-8901-C8E99910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Connecting code, controller and light as a system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system contains related components working together for a purpose.</a:t>
            </a:r>
          </a:p>
        </p:txBody>
      </p:sp>
    </p:spTree>
    <p:extLst>
      <p:ext uri="{BB962C8B-B14F-4D97-AF65-F5344CB8AC3E}">
        <p14:creationId xmlns:p14="http://schemas.microsoft.com/office/powerpoint/2010/main" val="4908885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914C2B6-38B3-4AB4-8FAE-D19EBB8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C9A5BE4-8DE6-47D2-85F4-FBDFE83E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 language: algorithms, sequencing and syntax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DDDA7EF-E10D-4122-AD58-9597882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algorithm describes clear steps before language-specific code is written.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8E69687-09E7-4C47-8539-E668F68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Sequencing places instructions in an order that supports the intended result.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2C111C8-9B0F-4F12-83E3-AA7A182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Syntax is specific to a programming language and must follow its writing rules.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DAD6B90-D395-4D27-BB3C-D9C23353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Coding language: algorithms, sequencing and syntax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15726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3279FAF-ECBB-4FBB-A2D5-1E129EC9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3E7590-A793-43A4-B778-24EEF62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information to a reasoned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C1924D2-A5E2-4CBE-926D-A537F601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41B7828-D6FB-4EA2-9273-FB05EA0A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A0B6249-DA39-48B0-B920-22D11F0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2538163-48B0-4E18-A9D2-76C079E8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90F1205-D48F-4553-AF81-7FA5D352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AF1C4EE-DDFB-4FAF-A757-33E5E1D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D68834F-2034-48B3-94A3-20C6217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loop repeats instructions according to an approved rule.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17D6001-C588-492E-BA81-69957E91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Sequencing places instructions in an order that supports the intended result.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A182335-285E-4DFD-AB30-75EDB22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Instructions are processed by the Arduino Uno to influence the RGB LED strip’s light output.</a:t>
            </a:r>
          </a:p>
        </p:txBody>
      </p:sp>
    </p:spTree>
    <p:extLst>
      <p:ext uri="{BB962C8B-B14F-4D97-AF65-F5344CB8AC3E}">
        <p14:creationId xmlns:p14="http://schemas.microsoft.com/office/powerpoint/2010/main" val="17487354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17065C3-7C45-4F1A-9F48-9F0BADD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2CA3FC0-DDEF-480C-96B1-1CC07492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Variables, loops and conditionals for light behaviour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51F0C0D-A744-4D92-92D9-110A471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variable represents named information that may change.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74B17E-A3A8-4E0E-A239-D2EF157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loop repeats instructions according to an approved rule.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76D602C-A523-4171-B269-358BBCE8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conditional selects an action depending on whether a condition is met.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FD20A26-EF1F-4DF1-8D38-BD29A11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Variables, loops and conditionals for light behaviour · Evidence 1</a:t>
            </a:r>
          </a:p>
        </p:txBody>
      </p:sp>
    </p:spTree>
    <p:extLst>
      <p:ext uri="{BB962C8B-B14F-4D97-AF65-F5344CB8AC3E}">
        <p14:creationId xmlns:p14="http://schemas.microsoft.com/office/powerpoint/2010/main" val="7228330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3A04430-1943-4E31-9367-64C6E0D2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455CFC4-179F-4827-AE0E-0E3C3833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Connecting code, controller and light as a system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305DB80-9FBB-4C2F-80B0-B47A296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8E7F67D-2647-41B2-94FB-9BA6730A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AB0C3F1-BA25-4AD8-A311-4B0E6CC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3EF8232-4020-4138-BCDE-8D2C267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7C481B1-6DAE-403F-B8F6-875FB84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4334DEA-0BA4-4647-B973-FB8B9776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A0C9D87-00E2-4467-8356-B9AC24A7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Instructions are processed by the Arduino Uno to influence the RGB LED strip’s light output.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8224CDC-7D8D-4697-8445-B4C9B7C2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system contains related components working together for a purpose.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5B5E42A-C370-4C0D-AC9F-2F21FCF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Component roles are confirmed, but the exact configuration and control method are not.</a:t>
            </a:r>
          </a:p>
        </p:txBody>
      </p:sp>
    </p:spTree>
    <p:extLst>
      <p:ext uri="{BB962C8B-B14F-4D97-AF65-F5344CB8AC3E}">
        <p14:creationId xmlns:p14="http://schemas.microsoft.com/office/powerpoint/2010/main" val="14539894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67544F1-E85D-4601-BF88-48F29E3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BB7A71F-E5E8-4C68-8C9E-34F7F70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1820FEF-5C68-42F4-AF58-36B47E48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 language: algorithms, sequencing and syntax · Evidence 1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C16A705-8636-44C8-BDAB-7D27C2C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 language: algorithms, sequencing and syntax · Evidence 2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294AE07-9A23-4DDC-BA90-0D326455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Variables, loops and conditionals for light behaviour · Evidence 1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1517157-7BF1-49FA-83C2-4AA0C4F0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Variables, loops and conditionals for light behaviour · Evidence 2</a:t>
            </a:r>
          </a:p>
        </p:txBody>
      </p:sp>
    </p:spTree>
    <p:extLst>
      <p:ext uri="{BB962C8B-B14F-4D97-AF65-F5344CB8AC3E}">
        <p14:creationId xmlns:p14="http://schemas.microsoft.com/office/powerpoint/2010/main" val="9709589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8E4BF19-FB01-4FA1-8D61-B2391CE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E23E313-B682-45FA-9BDE-DB1A03B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your learning.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58C7C9-B14E-4EAE-BCD2-1AEFFF5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529298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2026-08-11T16:28:10.7910000Z</dcterms:created>
  <dcterms:modified xsi:type="dcterms:W3CDTF">2026-08-11T16:28:10.7910000Z</dcterms:modified>
</coreProperties>
</file>