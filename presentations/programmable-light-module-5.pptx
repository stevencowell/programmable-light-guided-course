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d1a89f10704e0b" /><Relationship Type="http://schemas.openxmlformats.org/officeDocument/2006/relationships/extended-properties" Target="/docProps/app.xml" Id="R7e2001e73b1845c3" /><Relationship Type="http://schemas.openxmlformats.org/officeDocument/2006/relationships/officeDocument" Target="/ppt/presentation.xml" Id="R0d70df45c0d643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04ee56d300420e"/>
  </p:sldMasterIdLst>
  <p:notesMasterIdLst>
    <p:notesMasterId xmlns:r="http://schemas.openxmlformats.org/officeDocument/2006/relationships" r:id="R4a0180f6e4e74f92"/>
  </p:notesMasterIdLst>
  <p:sldIdLst>
    <p:sldId xmlns:r="http://schemas.openxmlformats.org/officeDocument/2006/relationships" id="256" r:id="R747d503df69d4d58"/>
    <p:sldId xmlns:r="http://schemas.openxmlformats.org/officeDocument/2006/relationships" id="257" r:id="R3a0c86a7c3e4428a"/>
    <p:sldId xmlns:r="http://schemas.openxmlformats.org/officeDocument/2006/relationships" id="258" r:id="R987eae7a0bff46db"/>
    <p:sldId xmlns:r="http://schemas.openxmlformats.org/officeDocument/2006/relationships" id="259" r:id="Reb98204522d94242"/>
    <p:sldId xmlns:r="http://schemas.openxmlformats.org/officeDocument/2006/relationships" id="260" r:id="R0114cb3e2df14047"/>
    <p:sldId xmlns:r="http://schemas.openxmlformats.org/officeDocument/2006/relationships" id="261" r:id="Re9f7f6a049804419"/>
    <p:sldId xmlns:r="http://schemas.openxmlformats.org/officeDocument/2006/relationships" id="262" r:id="Rd71fa0fc1bf8463f"/>
    <p:sldId xmlns:r="http://schemas.openxmlformats.org/officeDocument/2006/relationships" id="263" r:id="R457522fc75d749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3034e708554f6b" /><Relationship Type="http://schemas.openxmlformats.org/officeDocument/2006/relationships/slideMaster" Target="/ppt/slideMasters/slideMaster1.xml" Id="R7504ee56d300420e" /><Relationship Type="http://schemas.openxmlformats.org/officeDocument/2006/relationships/notesMaster" Target="/ppt/notesMasters/notesMaster1.xml" Id="R4a0180f6e4e74f92" /><Relationship Type="http://schemas.openxmlformats.org/officeDocument/2006/relationships/presProps" Target="/ppt/presProps.xml" Id="R0e68ef0996f84f54" /><Relationship Type="http://schemas.openxmlformats.org/officeDocument/2006/relationships/tableStyles" Target="/ppt/tableStyles.xml" Id="Re5896bc8778a44c0" /><Relationship Type="http://schemas.openxmlformats.org/officeDocument/2006/relationships/slide" Target="/ppt/slides/slide1.xml" Id="R747d503df69d4d58" /><Relationship Type="http://schemas.openxmlformats.org/officeDocument/2006/relationships/slide" Target="/ppt/slides/slide2.xml" Id="R3a0c86a7c3e4428a" /><Relationship Type="http://schemas.openxmlformats.org/officeDocument/2006/relationships/slide" Target="/ppt/slides/slide3.xml" Id="R987eae7a0bff46db" /><Relationship Type="http://schemas.openxmlformats.org/officeDocument/2006/relationships/slide" Target="/ppt/slides/slide4.xml" Id="Reb98204522d94242" /><Relationship Type="http://schemas.openxmlformats.org/officeDocument/2006/relationships/slide" Target="/ppt/slides/slide5.xml" Id="R0114cb3e2df14047" /><Relationship Type="http://schemas.openxmlformats.org/officeDocument/2006/relationships/slide" Target="/ppt/slides/slide6.xml" Id="Re9f7f6a049804419" /><Relationship Type="http://schemas.openxmlformats.org/officeDocument/2006/relationships/slide" Target="/ppt/slides/slide7.xml" Id="Rd71fa0fc1bf8463f" /><Relationship Type="http://schemas.openxmlformats.org/officeDocument/2006/relationships/slide" Target="/ppt/slides/slide8.xml" Id="R457522fc75d749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6891d6412b4c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070fc11cbc43d8" /><Relationship Type="http://schemas.openxmlformats.org/officeDocument/2006/relationships/notesMaster" Target="/ppt/notesMasters/notesMaster1.xml" Id="R41b9d8a7e59148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f859088a344fda" /><Relationship Type="http://schemas.openxmlformats.org/officeDocument/2006/relationships/notesMaster" Target="/ppt/notesMasters/notesMaster1.xml" Id="Ra8a2945cd4484e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9cd879edea457f" /><Relationship Type="http://schemas.openxmlformats.org/officeDocument/2006/relationships/notesMaster" Target="/ppt/notesMasters/notesMaster1.xml" Id="R7b8a6e5d62f244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20f941bbf644b1" /><Relationship Type="http://schemas.openxmlformats.org/officeDocument/2006/relationships/notesMaster" Target="/ppt/notesMasters/notesMaster1.xml" Id="R938c6e9ca4a54f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f317eb8ad84eed" /><Relationship Type="http://schemas.openxmlformats.org/officeDocument/2006/relationships/notesMaster" Target="/ppt/notesMasters/notesMaster1.xml" Id="R5ddc6f4e173740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97cb15382b41c4" /><Relationship Type="http://schemas.openxmlformats.org/officeDocument/2006/relationships/notesMaster" Target="/ppt/notesMasters/notesMaster1.xml" Id="R624c7af7ec4c49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d0bf08751645ae" /><Relationship Type="http://schemas.openxmlformats.org/officeDocument/2006/relationships/notesMaster" Target="/ppt/notesMasters/notesMaster1.xml" Id="R6a869bbea31248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7821027a904870" /><Relationship Type="http://schemas.openxmlformats.org/officeDocument/2006/relationships/notesMaster" Target="/ppt/notesMasters/notesMaster1.xml" Id="R41fd1c013f434f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dec8f7966a4d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986ccbe9874827" /><Relationship Type="http://schemas.openxmlformats.org/officeDocument/2006/relationships/slideLayout" Target="/ppt/slideLayouts/slideLayout1.xml" Id="R7f61a102e03041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61a102e03041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d82d611d84d4f" /><Relationship Type="http://schemas.openxmlformats.org/officeDocument/2006/relationships/notesSlide" Target="/ppt/notesSlides/notesSlide1.xml" Id="R5b30346373104c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1ebf054b3406c" /><Relationship Type="http://schemas.openxmlformats.org/officeDocument/2006/relationships/notesSlide" Target="/ppt/notesSlides/notesSlide2.xml" Id="R1d30c740d52b4e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567bc86b74366" /><Relationship Type="http://schemas.openxmlformats.org/officeDocument/2006/relationships/notesSlide" Target="/ppt/notesSlides/notesSlide3.xml" Id="Rbf8288910b5d47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1752c18654466" /><Relationship Type="http://schemas.openxmlformats.org/officeDocument/2006/relationships/notesSlide" Target="/ppt/notesSlides/notesSlide4.xml" Id="Re7c7cbc21b3442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724d73a0c444f" /><Relationship Type="http://schemas.openxmlformats.org/officeDocument/2006/relationships/notesSlide" Target="/ppt/notesSlides/notesSlide5.xml" Id="R649ae2abdb8d4b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d9a375190412d" /><Relationship Type="http://schemas.openxmlformats.org/officeDocument/2006/relationships/notesSlide" Target="/ppt/notesSlides/notesSlide6.xml" Id="R7728dc0d951447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26458b2234954" /><Relationship Type="http://schemas.openxmlformats.org/officeDocument/2006/relationships/notesSlide" Target="/ppt/notesSlides/notesSlide7.xml" Id="Rb7ad0ffe469f49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778215e3a4385" /><Relationship Type="http://schemas.openxmlformats.org/officeDocument/2006/relationships/notesSlide" Target="/ppt/notesSlides/notesSlide8.xml" Id="Rc95bbcb89be347e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FE14FE0A-0F0E-45D5-96E8-1492EC29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Testing, evidence and evaluation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C93E6FC-5B70-410C-9EC3-039FF5AE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 the theory, check your understanding and save your own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C20E8AD-A2A4-4CED-93CB-AF344A8E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PROGRAMMABLE LIGHT · MODULE 5</a:t>
            </a:r>
          </a:p>
        </p:txBody>
      </p:sp>
    </p:spTree>
    <p:extLst>
      <p:ext uri="{BB962C8B-B14F-4D97-AF65-F5344CB8AC3E}">
        <p14:creationId xmlns:p14="http://schemas.microsoft.com/office/powerpoint/2010/main" val="14613882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9BF7960-477B-4594-91CB-0B9CBE85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83B9CBC-9CCD-4E78-9FA1-25969A08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Module 5: three connected learning sections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08DADB8-2124-4E4B-A7F9-255CAD66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743747C-3287-4BC2-B5BC-CEB3082F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8647E27-F248-42A6-B72B-2C1C6DAF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8A8C8D68-956A-44A3-A418-75AB9D66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LEARN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4065360-BA4A-4883-A3C4-49AC1490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15D25AE-981D-4BDB-B56B-EBE3DE95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505B7C3-B6E5-4D46-9EFB-CF62F963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Testing, debugging and improving the solution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Testing compares recorded observations with a confirmed criterion.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8D2CBB0-62A8-4AAA-9026-9C155069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Integrating design, materials, electronics and code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Integration connects design, structure, electronics, light and code as one solution.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FED3AC6-EA91-4191-9008-2A63E2CF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Evaluating quality, sustainability and learning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Evaluation uses confirmed criteria, recorded evidence and clear reasoning.</a:t>
            </a:r>
          </a:p>
        </p:txBody>
      </p:sp>
    </p:spTree>
    <p:extLst>
      <p:ext uri="{BB962C8B-B14F-4D97-AF65-F5344CB8AC3E}">
        <p14:creationId xmlns:p14="http://schemas.microsoft.com/office/powerpoint/2010/main" val="13504579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F289E0E7-7F4F-4E03-A3C4-51243167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9C60A186-3534-4956-95D3-4A6339BB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Integrating design, materials, electronics and code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57A8648-F868-4E9B-AAAE-655951ED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Integration connects design, structure, electronics, light and code as one solution.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EFDFA23-A039-4EFE-966B-2F7C543E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Changes in one part may affect the roles, fit or operation of other parts.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3BC4C4E-63EA-4209-B582-19E8AA36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Interface checkpoints should separate confirmed evidence from details still requiring teacher approval.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198C773-ADB0-44FD-AD12-9D717C42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task: Integrating design, materials, electronics and code · Evidence 1</a:t>
            </a:r>
          </a:p>
        </p:txBody>
      </p:sp>
    </p:spTree>
    <p:extLst>
      <p:ext uri="{BB962C8B-B14F-4D97-AF65-F5344CB8AC3E}">
        <p14:creationId xmlns:p14="http://schemas.microsoft.com/office/powerpoint/2010/main" val="11424833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729FBF3-8781-41F2-8C0D-206AF76C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B4DCF77-A69D-413C-B48D-6BFE41E4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 information to a reasoned decision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BB4FB583-67C0-40B4-B55C-D14270E1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B360DCB7-A436-4AB2-A11F-8B45043D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8885DB7-518A-4B78-B221-A4113761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C5FDA47-D794-44AD-BA66-64DE0323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EA8A8DD-1751-4224-893D-9F5F40D6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A564541A-B233-4A28-9CB7-B5C411A7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F019AC43-FC46-4812-9A7E-2C343232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Debugging locates and corrects faults through a systematic, controlled process.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749B456-78B7-4F3D-A48B-24676357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Changes in one part may affect the roles, fit or operation of other parts.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99DE8BFD-70AB-4F7C-BF9A-01C14F1D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Sustainability judgements must consider impacts and limitations rather than relying on labels.</a:t>
            </a:r>
          </a:p>
        </p:txBody>
      </p:sp>
    </p:spTree>
    <p:extLst>
      <p:ext uri="{BB962C8B-B14F-4D97-AF65-F5344CB8AC3E}">
        <p14:creationId xmlns:p14="http://schemas.microsoft.com/office/powerpoint/2010/main" val="6571203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F6A53CF-D0C0-45BD-B7FF-2BD68306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9F930647-C7D4-4DCD-8C01-69184D94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Testing, debugging and improving the solution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05DE1E1-6E30-4743-81E6-640BA08C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Testing compares recorded observations with a confirmed criterion.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753027E-B19A-4351-9D4B-9FE90706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Debugging locates and corrects faults through a systematic, controlled process.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BCC8838-A5DC-4E49-997B-A62127BA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Change one approved element, retest the same aspect and document the evidence.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613597A-1D64-46C0-9703-2E325CF0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task: Testing, debugging and improving the solution · Evidence 1</a:t>
            </a:r>
          </a:p>
        </p:txBody>
      </p:sp>
    </p:spTree>
    <p:extLst>
      <p:ext uri="{BB962C8B-B14F-4D97-AF65-F5344CB8AC3E}">
        <p14:creationId xmlns:p14="http://schemas.microsoft.com/office/powerpoint/2010/main" val="1359845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FFCBE05-AEFB-4232-9ACC-4006AF5C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156BDBA-559A-4146-A09E-0436879E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Evaluating quality, sustainability and learning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242C6C9-C2BD-4E98-BA00-84465A65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BF504D58-BA43-454D-8530-5B0632E4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33D3A3F-F19B-4678-8479-807C201C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1BFE54E6-D871-46BB-B18B-6DAD5281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PREPARE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52CDA5A-FCA1-45CE-9848-72A51407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BC303E7-1EE1-43FB-AFFF-3B28EF99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CD0ED03-1C64-463B-872C-E5202156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Sustainability judgements must consider impacts and limitations rather than relying on labels.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A27F5221-43D2-402A-AE89-46E043E0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Prepare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Evaluation uses confirmed criteria, recorded evidence and clear reasoning.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64B78240-6E9B-484C-ADE7-0478DD33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Learning evaluation compares evidence with a personal goal and identifies a next step.</a:t>
            </a:r>
          </a:p>
        </p:txBody>
      </p:sp>
    </p:spTree>
    <p:extLst>
      <p:ext uri="{BB962C8B-B14F-4D97-AF65-F5344CB8AC3E}">
        <p14:creationId xmlns:p14="http://schemas.microsoft.com/office/powerpoint/2010/main" val="3967381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E48D1453-D13B-461F-B303-9CF22A98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AD5656A8-207D-443B-A560-6F29B375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Save evidence that shows your own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0DA95F6B-788A-46B2-A4AD-8C99EC50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Integrating design, materials, electronics and code · Evidence 1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E4F7085-8CD4-4417-8632-A847AF81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Integrating design, materials, electronics and code · Evidence 2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B965153-0750-489B-9A4F-1208E9DB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Testing, debugging and improving the solution · Evidence 1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B382A27-1A2F-4544-A0D1-0DBFEE00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Testing, debugging and improving the solution · Evidence 2</a:t>
            </a:r>
          </a:p>
        </p:txBody>
      </p:sp>
    </p:spTree>
    <p:extLst>
      <p:ext uri="{BB962C8B-B14F-4D97-AF65-F5344CB8AC3E}">
        <p14:creationId xmlns:p14="http://schemas.microsoft.com/office/powerpoint/2010/main" val="5119582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BB3687D2-0CAF-4EE9-9451-D6E5DFDF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Return to the module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9ED1E7F-1672-4EB4-A23F-7686C99C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 your learning.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Write your response.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Save folio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F8D73F3-488A-42A9-909B-29155BBF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 STEP</a:t>
            </a:r>
          </a:p>
        </p:txBody>
      </p:sp>
    </p:spTree>
    <p:extLst>
      <p:ext uri="{BB962C8B-B14F-4D97-AF65-F5344CB8AC3E}">
        <p14:creationId xmlns:p14="http://schemas.microsoft.com/office/powerpoint/2010/main" val="1084112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2026-08-11T16:28:11.6000000Z</dcterms:created>
  <dcterms:modified xsi:type="dcterms:W3CDTF">2026-08-11T16:28:11.6000000Z</dcterms:modified>
</coreProperties>
</file>