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cd112291774900" /><Relationship Type="http://schemas.openxmlformats.org/officeDocument/2006/relationships/extended-properties" Target="/docProps/app.xml" Id="R3fc18a0b332544c5" /><Relationship Type="http://schemas.openxmlformats.org/officeDocument/2006/relationships/officeDocument" Target="/ppt/presentation.xml" Id="R0684b7fe8ed3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fc5229ee34557"/>
  </p:sldMasterIdLst>
  <p:notesMasterIdLst>
    <p:notesMasterId xmlns:r="http://schemas.openxmlformats.org/officeDocument/2006/relationships" r:id="Ra9b6d54f1770417f"/>
  </p:notesMasterIdLst>
  <p:sldIdLst>
    <p:sldId xmlns:r="http://schemas.openxmlformats.org/officeDocument/2006/relationships" id="256" r:id="R234b2c37eadb4802"/>
    <p:sldId xmlns:r="http://schemas.openxmlformats.org/officeDocument/2006/relationships" id="257" r:id="Re38d7447cd0b4682"/>
    <p:sldId xmlns:r="http://schemas.openxmlformats.org/officeDocument/2006/relationships" id="258" r:id="Re15ca16bd0ec4e4a"/>
    <p:sldId xmlns:r="http://schemas.openxmlformats.org/officeDocument/2006/relationships" id="259" r:id="R1abf70334e7543aa"/>
    <p:sldId xmlns:r="http://schemas.openxmlformats.org/officeDocument/2006/relationships" id="260" r:id="R9b53811994834664"/>
    <p:sldId xmlns:r="http://schemas.openxmlformats.org/officeDocument/2006/relationships" id="261" r:id="R4395538c7cb4461f"/>
    <p:sldId xmlns:r="http://schemas.openxmlformats.org/officeDocument/2006/relationships" id="262" r:id="Ra82cbfe4cb2642a1"/>
    <p:sldId xmlns:r="http://schemas.openxmlformats.org/officeDocument/2006/relationships" id="263" r:id="R5466b84c77fa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8d75e57a4147fe" /><Relationship Type="http://schemas.openxmlformats.org/officeDocument/2006/relationships/slideMaster" Target="/ppt/slideMasters/slideMaster1.xml" Id="R4f6fc5229ee34557" /><Relationship Type="http://schemas.openxmlformats.org/officeDocument/2006/relationships/notesMaster" Target="/ppt/notesMasters/notesMaster1.xml" Id="Ra9b6d54f1770417f" /><Relationship Type="http://schemas.openxmlformats.org/officeDocument/2006/relationships/presProps" Target="/ppt/presProps.xml" Id="Rbbc5e371daa5435f" /><Relationship Type="http://schemas.openxmlformats.org/officeDocument/2006/relationships/tableStyles" Target="/ppt/tableStyles.xml" Id="Ra625674adf034d47" /><Relationship Type="http://schemas.openxmlformats.org/officeDocument/2006/relationships/slide" Target="/ppt/slides/slide1.xml" Id="R234b2c37eadb4802" /><Relationship Type="http://schemas.openxmlformats.org/officeDocument/2006/relationships/slide" Target="/ppt/slides/slide2.xml" Id="Re38d7447cd0b4682" /><Relationship Type="http://schemas.openxmlformats.org/officeDocument/2006/relationships/slide" Target="/ppt/slides/slide3.xml" Id="Re15ca16bd0ec4e4a" /><Relationship Type="http://schemas.openxmlformats.org/officeDocument/2006/relationships/slide" Target="/ppt/slides/slide4.xml" Id="R1abf70334e7543aa" /><Relationship Type="http://schemas.openxmlformats.org/officeDocument/2006/relationships/slide" Target="/ppt/slides/slide5.xml" Id="R9b53811994834664" /><Relationship Type="http://schemas.openxmlformats.org/officeDocument/2006/relationships/slide" Target="/ppt/slides/slide6.xml" Id="R4395538c7cb4461f" /><Relationship Type="http://schemas.openxmlformats.org/officeDocument/2006/relationships/slide" Target="/ppt/slides/slide7.xml" Id="Ra82cbfe4cb2642a1" /><Relationship Type="http://schemas.openxmlformats.org/officeDocument/2006/relationships/slide" Target="/ppt/slides/slide8.xml" Id="R5466b84c77fa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442c6a24a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d1dc17a2548eb" /><Relationship Type="http://schemas.openxmlformats.org/officeDocument/2006/relationships/notesMaster" Target="/ppt/notesMasters/notesMaster1.xml" Id="R2de830b27aa9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e6d0baa6a4fec" /><Relationship Type="http://schemas.openxmlformats.org/officeDocument/2006/relationships/notesMaster" Target="/ppt/notesMasters/notesMaster1.xml" Id="R5223e617a7c04d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14ac15ad24d15" /><Relationship Type="http://schemas.openxmlformats.org/officeDocument/2006/relationships/notesMaster" Target="/ppt/notesMasters/notesMaster1.xml" Id="R9fb657c8be2c49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2183ab3519469f" /><Relationship Type="http://schemas.openxmlformats.org/officeDocument/2006/relationships/notesMaster" Target="/ppt/notesMasters/notesMaster1.xml" Id="R78c7d31949044f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076c593b2c491e" /><Relationship Type="http://schemas.openxmlformats.org/officeDocument/2006/relationships/notesMaster" Target="/ppt/notesMasters/notesMaster1.xml" Id="R86f436adaa5f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9edb762164be5" /><Relationship Type="http://schemas.openxmlformats.org/officeDocument/2006/relationships/notesMaster" Target="/ppt/notesMasters/notesMaster1.xml" Id="R0ef1746f0ce7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92bcb76b449dd" /><Relationship Type="http://schemas.openxmlformats.org/officeDocument/2006/relationships/notesMaster" Target="/ppt/notesMasters/notesMaster1.xml" Id="Ra64e56b001424a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662da0adf64fbb" /><Relationship Type="http://schemas.openxmlformats.org/officeDocument/2006/relationships/notesMaster" Target="/ppt/notesMasters/notesMaster1.xml" Id="Rd77266fccbc0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568e124c6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2cdf4679984935" /><Relationship Type="http://schemas.openxmlformats.org/officeDocument/2006/relationships/slideLayout" Target="/ppt/slideLayouts/slideLayout1.xml" Id="R85648bb1cd10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648bb1cd10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f4fd6769846c2" /><Relationship Type="http://schemas.openxmlformats.org/officeDocument/2006/relationships/notesSlide" Target="/ppt/notesSlides/notesSlide1.xml" Id="R8cab6f3f857e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da8772e1a4ade" /><Relationship Type="http://schemas.openxmlformats.org/officeDocument/2006/relationships/notesSlide" Target="/ppt/notesSlides/notesSlide2.xml" Id="Re299c12d125940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f608987034b77" /><Relationship Type="http://schemas.openxmlformats.org/officeDocument/2006/relationships/notesSlide" Target="/ppt/notesSlides/notesSlide3.xml" Id="R61fe110444a54a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bee1a3f984488" /><Relationship Type="http://schemas.openxmlformats.org/officeDocument/2006/relationships/notesSlide" Target="/ppt/notesSlides/notesSlide4.xml" Id="R21731ceddf9241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a6db3863840ca" /><Relationship Type="http://schemas.openxmlformats.org/officeDocument/2006/relationships/notesSlide" Target="/ppt/notesSlides/notesSlide5.xml" Id="R0d62b353eb37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56f99c148417f" /><Relationship Type="http://schemas.openxmlformats.org/officeDocument/2006/relationships/notesSlide" Target="/ppt/notesSlides/notesSlide6.xml" Id="Ra5f03db78900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4d9170c154c58" /><Relationship Type="http://schemas.openxmlformats.org/officeDocument/2006/relationships/notesSlide" Target="/ppt/notesSlides/notesSlide7.xml" Id="R929f0b8fd7be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e9f089f14717" /><Relationship Type="http://schemas.openxmlformats.org/officeDocument/2006/relationships/notesSlide" Target="/ppt/notesSlides/notesSlide8.xml" Id="R6e995194672347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9A9A084-FE90-4322-97AD-704F731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Brief, safety and project information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E261541-7CC5-4FE0-8DA1-3FE06D5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3293802-2A9E-487F-BFB2-DBB8A2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LIGHT · MODULE 1</a:t>
            </a:r>
          </a:p>
        </p:txBody>
      </p:sp>
    </p:spTree>
    <p:extLst>
      <p:ext uri="{BB962C8B-B14F-4D97-AF65-F5344CB8AC3E}">
        <p14:creationId xmlns:p14="http://schemas.microsoft.com/office/powerpoint/2010/main" val="17629006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F31408F-A44E-4032-938C-78243E3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43EEA2A-18D0-4265-9038-00574F7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1: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C448CA2-BE97-4EB6-B49E-258FC13E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D5ED1CC-2B69-4773-A8A6-855CAB6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B51E0E6-8FFD-4238-AEC7-AE42D48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689C6F2-EB16-4797-B170-7487B51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C1594CC-409B-488B-90BF-6E77F43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1AD7D53-25D0-4EDE-B6DD-7D756D5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40D7F5-6A07-48E0-8DD9-122C2509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 safety: hazards, risk controls and responsibility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what is unsafe, explain the possible harm and follow the required risk controls.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C005DC0-C1B1-4B26-B734-62E09B44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makes a programmable lamp?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programmable lamp combines physical design, lighting, electronics and code as one solution.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6E15828-C3F1-492A-98A2-C5361D0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Measurement, scale and reading the supplied drawing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Written dimensions show the intended real size; do not scale measurements from a resized screen or print.</a:t>
            </a:r>
          </a:p>
        </p:txBody>
      </p:sp>
    </p:spTree>
    <p:extLst>
      <p:ext uri="{BB962C8B-B14F-4D97-AF65-F5344CB8AC3E}">
        <p14:creationId xmlns:p14="http://schemas.microsoft.com/office/powerpoint/2010/main" val="316520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461E1AD-8A3B-437B-9A4A-0CB738B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F1FC50F-4E72-46B1-A8F0-42341BF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makes a programmable lamp?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241E82C-D432-430D-A012-9815B6D8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programmable lamp combines physical design, lighting, electronics and code as one solution.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338D58C-9362-4616-94CE-2AD3E44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Materials, systems and components should be judged by how they contribute to the complete project.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49BF4FE-94C2-442F-B452-812D2689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practical details must be confirmed from authorised drawings, teacher demonstrations and class-agreed criteria.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5939A13-0789-46C1-A83B-23B4DC1D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What makes a programmable lamp? · Evidence 1</a:t>
            </a:r>
          </a:p>
        </p:txBody>
      </p:sp>
    </p:spTree>
    <p:extLst>
      <p:ext uri="{BB962C8B-B14F-4D97-AF65-F5344CB8AC3E}">
        <p14:creationId xmlns:p14="http://schemas.microsoft.com/office/powerpoint/2010/main" val="662627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CC5A290-912F-4A6C-9E62-45220E25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378018B-B6D1-4509-AD66-877D4FCF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information to a reasoned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A8EEDD6-245F-4E1E-916D-E21D0C1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9C28580-79DD-4B27-9D4F-F021483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96C72CA-CDDE-4A0B-A5DB-F6B84CD9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48D9729-A9E2-44EB-BD22-8DFD356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2B2A346-439B-4305-B9DB-DEF5C9E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7ED21B-AE84-421A-B637-3EFCC2E7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F911ED3-5DEB-4774-A168-8503924E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Training, a passed safety test, teacher permission and observed safe use control access to equipment.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718EF35-6DFF-43C3-8850-3F897732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Materials, systems and components should be judged by how they contribute to the complete project.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27C0649-DD9F-4C84-B133-7CDB359E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Convert units accurately and record workshop ruler measurements in millimetres.</a:t>
            </a:r>
          </a:p>
        </p:txBody>
      </p:sp>
    </p:spTree>
    <p:extLst>
      <p:ext uri="{BB962C8B-B14F-4D97-AF65-F5344CB8AC3E}">
        <p14:creationId xmlns:p14="http://schemas.microsoft.com/office/powerpoint/2010/main" val="9656130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2F1F12B-F1E0-45A4-98F7-82D27A9E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114EC3E-E814-43F4-9B3C-F14DECE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 safety: hazards, risk controls and responsibility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6AE7172-4ADD-4C72-881C-91A804D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what is unsafe, explain the possible harm and follow the required risk controls.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5BE890F-9B12-44C3-88DC-4C5AA1E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Training, a passed safety test, teacher permission and observed safe use control access to equipment.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8088B47-B25C-4A68-9689-235C524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behaviour includes organisation, reporting hazards and taking personal responsibility every lesson.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9DB004E-06BF-49BA-811E-EC76438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Workshop safety: hazards, risk controls and responsibility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592458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E4C641C-2C6C-4E5F-BE2A-FB73BFC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85F65CB-947D-455D-93FC-A1C32D2D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Measurement, scale and reading the supplied drawing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5ECE1CC-63E7-4E0E-A901-F8A9869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3C5A698-0658-4586-B537-F2189A0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74F337A-266E-4A00-9161-52B3D78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A48A8B6-9DE6-46E0-9B29-99F4EF3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59C7E6D-7B08-4C6C-83D7-DD3EE631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D30BFE2-1060-44E4-97BE-B90706E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E85B035-5F82-4031-A540-6EF3537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Convert units accurately and record workshop ruler measurements in millimetres.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5B41299-A453-4C40-B62F-D3134FDF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Written dimensions show the intended real size; do not scale measurements from a resized screen or print.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DA6D666-C99C-405A-A34E-7A975AB6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Match every dimension and note to the correct visible view or feature before using it.</a:t>
            </a:r>
          </a:p>
        </p:txBody>
      </p:sp>
    </p:spTree>
    <p:extLst>
      <p:ext uri="{BB962C8B-B14F-4D97-AF65-F5344CB8AC3E}">
        <p14:creationId xmlns:p14="http://schemas.microsoft.com/office/powerpoint/2010/main" val="396315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0D993FE-B6EF-495D-820C-A465FB04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B09097A-17CB-47B5-B77F-D139D30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92D2C20-E775-4CE6-BBE7-0DD46631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makes a programmable lamp? · Evidence 1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9C551DE-1B26-4B49-AC20-4CE900E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makes a programmable lamp? · Evidence 2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9EC8195-1C13-4217-B612-85D7754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 safety: hazards, risk controls and responsibility · Evidence 1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23C5B81-33B6-4EEC-9658-7A2C0A4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 safety: hazards, risk controls and responsibility · Evidence 2</a:t>
            </a:r>
          </a:p>
        </p:txBody>
      </p:sp>
    </p:spTree>
    <p:extLst>
      <p:ext uri="{BB962C8B-B14F-4D97-AF65-F5344CB8AC3E}">
        <p14:creationId xmlns:p14="http://schemas.microsoft.com/office/powerpoint/2010/main" val="3255544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E5D4F2D-2B90-45A1-AE74-C2A2FEC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9944E71-A58B-44F6-A15B-F12DB40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your learning.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1145F6A-04BE-45AF-ABD7-2A71610A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694679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2026-08-11T16:28:07.5950000Z</dcterms:created>
  <dcterms:modified xsi:type="dcterms:W3CDTF">2026-08-11T16:28:07.5950000Z</dcterms:modified>
</coreProperties>
</file>