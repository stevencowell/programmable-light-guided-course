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a9a8b541074a25" /><Relationship Type="http://schemas.openxmlformats.org/officeDocument/2006/relationships/extended-properties" Target="/docProps/app.xml" Id="R681d0c0135774665" /><Relationship Type="http://schemas.openxmlformats.org/officeDocument/2006/relationships/officeDocument" Target="/ppt/presentation.xml" Id="R42e34191b3a745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e07d01cc1444ff"/>
  </p:sldMasterIdLst>
  <p:notesMasterIdLst>
    <p:notesMasterId xmlns:r="http://schemas.openxmlformats.org/officeDocument/2006/relationships" r:id="R7fdaefa6b2534d3b"/>
  </p:notesMasterIdLst>
  <p:sldIdLst>
    <p:sldId xmlns:r="http://schemas.openxmlformats.org/officeDocument/2006/relationships" id="256" r:id="R5029de9e40c8435e"/>
    <p:sldId xmlns:r="http://schemas.openxmlformats.org/officeDocument/2006/relationships" id="257" r:id="Rc38afe6aef6946ad"/>
    <p:sldId xmlns:r="http://schemas.openxmlformats.org/officeDocument/2006/relationships" id="258" r:id="R0632b20f589f43bf"/>
    <p:sldId xmlns:r="http://schemas.openxmlformats.org/officeDocument/2006/relationships" id="259" r:id="R12e0f941723a48c2"/>
    <p:sldId xmlns:r="http://schemas.openxmlformats.org/officeDocument/2006/relationships" id="260" r:id="R04b6c5702fdb4844"/>
    <p:sldId xmlns:r="http://schemas.openxmlformats.org/officeDocument/2006/relationships" id="261" r:id="R4c02bc703ea647f5"/>
    <p:sldId xmlns:r="http://schemas.openxmlformats.org/officeDocument/2006/relationships" id="262" r:id="R794e5e1bad674e3d"/>
    <p:sldId xmlns:r="http://schemas.openxmlformats.org/officeDocument/2006/relationships" id="263" r:id="Rd4bf992619be40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257028cf74422a" /><Relationship Type="http://schemas.openxmlformats.org/officeDocument/2006/relationships/slideMaster" Target="/ppt/slideMasters/slideMaster1.xml" Id="Rfae07d01cc1444ff" /><Relationship Type="http://schemas.openxmlformats.org/officeDocument/2006/relationships/notesMaster" Target="/ppt/notesMasters/notesMaster1.xml" Id="R7fdaefa6b2534d3b" /><Relationship Type="http://schemas.openxmlformats.org/officeDocument/2006/relationships/presProps" Target="/ppt/presProps.xml" Id="R1b563689ca314660" /><Relationship Type="http://schemas.openxmlformats.org/officeDocument/2006/relationships/tableStyles" Target="/ppt/tableStyles.xml" Id="R4b7bc9f9c7c54aeb" /><Relationship Type="http://schemas.openxmlformats.org/officeDocument/2006/relationships/slide" Target="/ppt/slides/slide1.xml" Id="R5029de9e40c8435e" /><Relationship Type="http://schemas.openxmlformats.org/officeDocument/2006/relationships/slide" Target="/ppt/slides/slide2.xml" Id="Rc38afe6aef6946ad" /><Relationship Type="http://schemas.openxmlformats.org/officeDocument/2006/relationships/slide" Target="/ppt/slides/slide3.xml" Id="R0632b20f589f43bf" /><Relationship Type="http://schemas.openxmlformats.org/officeDocument/2006/relationships/slide" Target="/ppt/slides/slide4.xml" Id="R12e0f941723a48c2" /><Relationship Type="http://schemas.openxmlformats.org/officeDocument/2006/relationships/slide" Target="/ppt/slides/slide5.xml" Id="R04b6c5702fdb4844" /><Relationship Type="http://schemas.openxmlformats.org/officeDocument/2006/relationships/slide" Target="/ppt/slides/slide6.xml" Id="R4c02bc703ea647f5" /><Relationship Type="http://schemas.openxmlformats.org/officeDocument/2006/relationships/slide" Target="/ppt/slides/slide7.xml" Id="R794e5e1bad674e3d" /><Relationship Type="http://schemas.openxmlformats.org/officeDocument/2006/relationships/slide" Target="/ppt/slides/slide8.xml" Id="Rd4bf992619be40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3b5784d83e45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b5b0f279ef499d" /><Relationship Type="http://schemas.openxmlformats.org/officeDocument/2006/relationships/notesMaster" Target="/ppt/notesMasters/notesMaster1.xml" Id="R521162ec6c2541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e5a90223c046bc" /><Relationship Type="http://schemas.openxmlformats.org/officeDocument/2006/relationships/notesMaster" Target="/ppt/notesMasters/notesMaster1.xml" Id="R2b34e1436de946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d30322668c4dfb" /><Relationship Type="http://schemas.openxmlformats.org/officeDocument/2006/relationships/notesMaster" Target="/ppt/notesMasters/notesMaster1.xml" Id="Rdb7d5a3c8c924c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41c32e009d4004" /><Relationship Type="http://schemas.openxmlformats.org/officeDocument/2006/relationships/notesMaster" Target="/ppt/notesMasters/notesMaster1.xml" Id="R642b2fb59d2245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3216e56cd24cac" /><Relationship Type="http://schemas.openxmlformats.org/officeDocument/2006/relationships/notesMaster" Target="/ppt/notesMasters/notesMaster1.xml" Id="Rcb25ea89a6b64a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5e593441764ec4" /><Relationship Type="http://schemas.openxmlformats.org/officeDocument/2006/relationships/notesMaster" Target="/ppt/notesMasters/notesMaster1.xml" Id="Reeb7ee628a7648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85d065272a4699" /><Relationship Type="http://schemas.openxmlformats.org/officeDocument/2006/relationships/notesMaster" Target="/ppt/notesMasters/notesMaster1.xml" Id="Rcd942e1e2bdd44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4100bdcdab468f" /><Relationship Type="http://schemas.openxmlformats.org/officeDocument/2006/relationships/notesMaster" Target="/ppt/notesMasters/notesMaster1.xml" Id="Rd9fee78ca0284f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6ed9a734640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2d709b8d564545" /><Relationship Type="http://schemas.openxmlformats.org/officeDocument/2006/relationships/slideLayout" Target="/ppt/slideLayouts/slideLayout1.xml" Id="Rd078edd7300e45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78edd7300e45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7d15297244b56" /><Relationship Type="http://schemas.openxmlformats.org/officeDocument/2006/relationships/notesSlide" Target="/ppt/notesSlides/notesSlide1.xml" Id="R72b741ddb84742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1f3286cec465c" /><Relationship Type="http://schemas.openxmlformats.org/officeDocument/2006/relationships/notesSlide" Target="/ppt/notesSlides/notesSlide2.xml" Id="R5a2da4b0338046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e694ba98f43f5" /><Relationship Type="http://schemas.openxmlformats.org/officeDocument/2006/relationships/notesSlide" Target="/ppt/notesSlides/notesSlide3.xml" Id="R2d30590e80474b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03d61445f4643" /><Relationship Type="http://schemas.openxmlformats.org/officeDocument/2006/relationships/notesSlide" Target="/ppt/notesSlides/notesSlide4.xml" Id="R591bd8b2cc8a4b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6eb5391854078" /><Relationship Type="http://schemas.openxmlformats.org/officeDocument/2006/relationships/notesSlide" Target="/ppt/notesSlides/notesSlide5.xml" Id="Ra921b97f929243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d27d380f24b7f" /><Relationship Type="http://schemas.openxmlformats.org/officeDocument/2006/relationships/notesSlide" Target="/ppt/notesSlides/notesSlide6.xml" Id="R1f8e2e032a20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18b7532184c5e" /><Relationship Type="http://schemas.openxmlformats.org/officeDocument/2006/relationships/notesSlide" Target="/ppt/notesSlides/notesSlide7.xml" Id="R5b0a6d93dddf45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db98e4cb24c36" /><Relationship Type="http://schemas.openxmlformats.org/officeDocument/2006/relationships/notesSlide" Target="/ppt/notesSlides/notesSlide8.xml" Id="R410806d7d2554c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EA10FC3-9A6B-4FEC-902B-7D81006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Materials, production and sustainability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992D4FF-3972-4B67-A7FE-324B76BB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5655CA7-B8E3-4549-8F81-E621A36B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PROGRAMMABLE LIGHT · MODULE 3</a:t>
            </a:r>
          </a:p>
        </p:txBody>
      </p:sp>
    </p:spTree>
    <p:extLst>
      <p:ext uri="{BB962C8B-B14F-4D97-AF65-F5344CB8AC3E}">
        <p14:creationId xmlns:p14="http://schemas.microsoft.com/office/powerpoint/2010/main" val="17050988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AF57A5D-FDB5-492D-A4B9-2A35D60B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100E5B9-C66E-4265-85B0-722EC493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3: three connected learning sections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55E1F20-5110-4364-8728-865C2B46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D0A41C7-319D-42EF-B449-69AC2297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AAEE3BC-A93B-4D63-B4B5-B6C7905F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2B094AC-72D6-400C-9023-E926B4EF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946B019-0117-45C2-8347-2DEF1EBB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8ADBAAA-6567-479A-BE39-2740A773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C5FFEEB-5AB5-4160-9E80-1B455013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Native forests, plantations and sustainable choices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Native forests and plantations are different forest types, not automatic measures of sustainability.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E715613-7BCF-4564-A167-22F4B727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Hardwood, softwood and a reasoned material choice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Hardwood and softwood are botanical groups and do not guarantee actual hardness.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40DBC17-AE94-4B6A-822D-413E52D2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Planning timber production from drawing to evidence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the proposed sequence from confirmed drawing notes, not assumed workshop methods.</a:t>
            </a:r>
          </a:p>
        </p:txBody>
      </p:sp>
    </p:spTree>
    <p:extLst>
      <p:ext uri="{BB962C8B-B14F-4D97-AF65-F5344CB8AC3E}">
        <p14:creationId xmlns:p14="http://schemas.microsoft.com/office/powerpoint/2010/main" val="16581783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931086A7-C120-4603-A72B-BDD7D72F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0FC81AC-F26D-4B67-9449-FE2FFDCD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Hardwood, softwood and a reasoned material choice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E77B0E9-EAEB-4605-8D59-FD901BB8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Hardwood and softwood are botanical groups and do not guarantee actual hardness.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BB90254-222A-47B1-AD14-B4BAB426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Radiata pine is the project timber named in the worksheet and is classified as a softwood.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E5790F4-0FF5-43AD-A6AF-63FD5A28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material choice needs verified evidence about function, properties, workability, appearance, availability and sustainability.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A06A38E-A669-4CAD-8C4E-93353D6B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task: Hardwood, softwood and a reasoned material choice · Evidence 1</a:t>
            </a:r>
          </a:p>
        </p:txBody>
      </p:sp>
    </p:spTree>
    <p:extLst>
      <p:ext uri="{BB962C8B-B14F-4D97-AF65-F5344CB8AC3E}">
        <p14:creationId xmlns:p14="http://schemas.microsoft.com/office/powerpoint/2010/main" val="19958525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9AF6AF2-8F66-4FC6-A1E1-9841FA7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98D959B-AAEA-494C-B931-DB0F78D1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 information to a reasoned decision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DE06DF3-5963-4362-9AF4-9A44DAEA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CBFDA3F-CFDF-4758-A0FC-21C86AF5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151D8AC-F2BB-4E2A-BC9C-A1F2B7A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0480E66-FE75-49B7-983C-51D6E9B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E4A84C0-DD8F-44A1-8D75-B00D67FE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C2EC5E5-66F7-4C13-A30F-EF097A50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D1384F-4BD9-4645-98BF-E3815105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Sustainable choices consider environmental, social and production effects across time.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2BADBD4-1C30-4DDA-9B29-0C5EF418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Radiata pine is the project timber named in the worksheet and is classified as a softwood.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98F6554-5CE8-4B94-A9EC-703F6B7D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Preserve the three labelled stages and record uncertainties before practical work.</a:t>
            </a:r>
          </a:p>
        </p:txBody>
      </p:sp>
    </p:spTree>
    <p:extLst>
      <p:ext uri="{BB962C8B-B14F-4D97-AF65-F5344CB8AC3E}">
        <p14:creationId xmlns:p14="http://schemas.microsoft.com/office/powerpoint/2010/main" val="15905998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95121F0-7BFE-465D-9E1E-B6B20D87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FA0D055-4E4B-43BB-95B9-4AF2808D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Native forests, plantations and sustainable choices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FB727C4-10A4-4CE1-9E82-E51161A9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Native forests and plantations are different forest types, not automatic measures of sustainability.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22A0500-97A2-4F95-A4EA-DC737752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Sustainable choices consider environmental, social and production effects across time.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3B52AE4-BE94-4BFB-ACF7-5036922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Timber origin, management and regeneration need evidence before a sourcing claim can be justified.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782D9F2-1C30-4815-9AB2-7E235F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task: Native forests, plantations and sustainable choices · Evidence 1</a:t>
            </a:r>
          </a:p>
        </p:txBody>
      </p:sp>
    </p:spTree>
    <p:extLst>
      <p:ext uri="{BB962C8B-B14F-4D97-AF65-F5344CB8AC3E}">
        <p14:creationId xmlns:p14="http://schemas.microsoft.com/office/powerpoint/2010/main" val="2785941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272C59A-3536-4FBE-AF48-8E81D9BA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D9CF982-5BD7-4530-BD8D-DEA48AAA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Planning timber production from drawing to evidence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1438097-92A5-4621-8AC7-0198E35E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632144F-4872-4863-8DE3-C1524CE8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9A0D38A-59BE-46D1-9819-42DDAFC7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13F585F-5E03-445F-8E26-4CE896E7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06A539E-0D60-4D92-AAED-EA0CC5CF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8BBD18F-3A44-477F-A40A-F2CC0E1E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692C15D-62D1-4BDE-84DB-7CA9B3B4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Preserve the three labelled stages and record uncertainties before practical work.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A69BA26-048A-4A9D-AED9-7FB8412F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the proposed sequence from confirmed drawing notes, not assumed workshop methods.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91A6D29-CF6F-4367-8D99-76E6A6E2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checkpoints and evidence to show how work was planned, checked and confirmed.</a:t>
            </a:r>
          </a:p>
        </p:txBody>
      </p:sp>
    </p:spTree>
    <p:extLst>
      <p:ext uri="{BB962C8B-B14F-4D97-AF65-F5344CB8AC3E}">
        <p14:creationId xmlns:p14="http://schemas.microsoft.com/office/powerpoint/2010/main" val="14971290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245A25A-B9EC-4225-A2F1-13F4918B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2F0FA31-4BC2-44FD-92C1-96109566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evidence that shows your own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7C2353B-0D5C-494D-8E2C-386663B2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Hardwood, softwood and a reasoned material choice · Evidence 1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1620EE2-F002-4C44-A345-EE5279D7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Hardwood, softwood and a reasoned material choice · Evidence 2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486DC72-6B04-4118-8095-EF21AD6E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Native forests, plantations and sustainable choices · Evidence 1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CED40E2-2F65-4A41-AE01-C610B605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Native forests, plantations and sustainable choices · Evidence 2</a:t>
            </a:r>
          </a:p>
        </p:txBody>
      </p:sp>
    </p:spTree>
    <p:extLst>
      <p:ext uri="{BB962C8B-B14F-4D97-AF65-F5344CB8AC3E}">
        <p14:creationId xmlns:p14="http://schemas.microsoft.com/office/powerpoint/2010/main" val="10237434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52CAECB-199F-47F0-9EE4-7E8C77E6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to the module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8A71FE5-C45B-4EB5-B391-54E549E2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your learning.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 your response.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folio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EF4262C-A056-4A4B-8564-2DF90E2F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367322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2026-08-11T16:28:09.9650000Z</dcterms:created>
  <dcterms:modified xsi:type="dcterms:W3CDTF">2026-08-11T16:28:09.9650000Z</dcterms:modified>
</coreProperties>
</file>