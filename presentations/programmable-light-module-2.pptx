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739144ba6d4529" /><Relationship Type="http://schemas.openxmlformats.org/officeDocument/2006/relationships/extended-properties" Target="/docProps/app.xml" Id="R93f5e636a55c4ce8" /><Relationship Type="http://schemas.openxmlformats.org/officeDocument/2006/relationships/officeDocument" Target="/ppt/presentation.xml" Id="R54d6d55153204e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6cb85804bb4f22"/>
  </p:sldMasterIdLst>
  <p:notesMasterIdLst>
    <p:notesMasterId xmlns:r="http://schemas.openxmlformats.org/officeDocument/2006/relationships" r:id="R569a7a2f458d4831"/>
  </p:notesMasterIdLst>
  <p:sldIdLst>
    <p:sldId xmlns:r="http://schemas.openxmlformats.org/officeDocument/2006/relationships" id="256" r:id="R171ca9f0db4940ae"/>
    <p:sldId xmlns:r="http://schemas.openxmlformats.org/officeDocument/2006/relationships" id="257" r:id="R635bbdb1f4d14166"/>
    <p:sldId xmlns:r="http://schemas.openxmlformats.org/officeDocument/2006/relationships" id="258" r:id="R675da01a81fb44d1"/>
    <p:sldId xmlns:r="http://schemas.openxmlformats.org/officeDocument/2006/relationships" id="259" r:id="Re1bba1b685dc470c"/>
    <p:sldId xmlns:r="http://schemas.openxmlformats.org/officeDocument/2006/relationships" id="260" r:id="Ra367d5daf1894c78"/>
    <p:sldId xmlns:r="http://schemas.openxmlformats.org/officeDocument/2006/relationships" id="261" r:id="Re7b3639f81204de0"/>
    <p:sldId xmlns:r="http://schemas.openxmlformats.org/officeDocument/2006/relationships" id="262" r:id="R8d09fd03e32344bd"/>
    <p:sldId xmlns:r="http://schemas.openxmlformats.org/officeDocument/2006/relationships" id="263" r:id="R73ca8894aa0d4b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5bb41e0bfc4023" /><Relationship Type="http://schemas.openxmlformats.org/officeDocument/2006/relationships/slideMaster" Target="/ppt/slideMasters/slideMaster1.xml" Id="R716cb85804bb4f22" /><Relationship Type="http://schemas.openxmlformats.org/officeDocument/2006/relationships/notesMaster" Target="/ppt/notesMasters/notesMaster1.xml" Id="R569a7a2f458d4831" /><Relationship Type="http://schemas.openxmlformats.org/officeDocument/2006/relationships/presProps" Target="/ppt/presProps.xml" Id="Re059534fa2be4da3" /><Relationship Type="http://schemas.openxmlformats.org/officeDocument/2006/relationships/tableStyles" Target="/ppt/tableStyles.xml" Id="Rbf099b3e1ae04b51" /><Relationship Type="http://schemas.openxmlformats.org/officeDocument/2006/relationships/slide" Target="/ppt/slides/slide1.xml" Id="R171ca9f0db4940ae" /><Relationship Type="http://schemas.openxmlformats.org/officeDocument/2006/relationships/slide" Target="/ppt/slides/slide2.xml" Id="R635bbdb1f4d14166" /><Relationship Type="http://schemas.openxmlformats.org/officeDocument/2006/relationships/slide" Target="/ppt/slides/slide3.xml" Id="R675da01a81fb44d1" /><Relationship Type="http://schemas.openxmlformats.org/officeDocument/2006/relationships/slide" Target="/ppt/slides/slide4.xml" Id="Re1bba1b685dc470c" /><Relationship Type="http://schemas.openxmlformats.org/officeDocument/2006/relationships/slide" Target="/ppt/slides/slide5.xml" Id="Ra367d5daf1894c78" /><Relationship Type="http://schemas.openxmlformats.org/officeDocument/2006/relationships/slide" Target="/ppt/slides/slide6.xml" Id="Re7b3639f81204de0" /><Relationship Type="http://schemas.openxmlformats.org/officeDocument/2006/relationships/slide" Target="/ppt/slides/slide7.xml" Id="R8d09fd03e32344bd" /><Relationship Type="http://schemas.openxmlformats.org/officeDocument/2006/relationships/slide" Target="/ppt/slides/slide8.xml" Id="R73ca8894aa0d4b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cbb50084e141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63fc9bd1194600" /><Relationship Type="http://schemas.openxmlformats.org/officeDocument/2006/relationships/notesMaster" Target="/ppt/notesMasters/notesMaster1.xml" Id="R1c70dd10372842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7d431a37424861" /><Relationship Type="http://schemas.openxmlformats.org/officeDocument/2006/relationships/notesMaster" Target="/ppt/notesMasters/notesMaster1.xml" Id="Rd19ecf0be5114c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260a72753f4a90" /><Relationship Type="http://schemas.openxmlformats.org/officeDocument/2006/relationships/notesMaster" Target="/ppt/notesMasters/notesMaster1.xml" Id="Ra873992c6f884b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88a59383b84566" /><Relationship Type="http://schemas.openxmlformats.org/officeDocument/2006/relationships/notesMaster" Target="/ppt/notesMasters/notesMaster1.xml" Id="Rcb98793ce5ba4a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6e94a9dc11477b" /><Relationship Type="http://schemas.openxmlformats.org/officeDocument/2006/relationships/notesMaster" Target="/ppt/notesMasters/notesMaster1.xml" Id="R9e4a1096495749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4af6731c4742bc" /><Relationship Type="http://schemas.openxmlformats.org/officeDocument/2006/relationships/notesMaster" Target="/ppt/notesMasters/notesMaster1.xml" Id="R8a73f2545b4a44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4747b581ee4687" /><Relationship Type="http://schemas.openxmlformats.org/officeDocument/2006/relationships/notesMaster" Target="/ppt/notesMasters/notesMaster1.xml" Id="Rb6b0ee8767354a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8e3b567f5b4cd7" /><Relationship Type="http://schemas.openxmlformats.org/officeDocument/2006/relationships/notesMaster" Target="/ppt/notesMasters/notesMaster1.xml" Id="R6f52cd23cb5d4f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data: guided/data.js</a:t>
            </a:r>
          </a:p>
          <a:p xmlns:a="http://schemas.openxmlformats.org/drawingml/2006/main">
            <a:r>
              <a:t>- Student route: module.html?module=2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0cab5fa6144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914929a2314615" /><Relationship Type="http://schemas.openxmlformats.org/officeDocument/2006/relationships/slideLayout" Target="/ppt/slideLayouts/slideLayout1.xml" Id="Rccc74335fa0348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c74335fa0348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74e34d94c4410" /><Relationship Type="http://schemas.openxmlformats.org/officeDocument/2006/relationships/notesSlide" Target="/ppt/notesSlides/notesSlide1.xml" Id="Rebdd41f3533d49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f05743f6647b4" /><Relationship Type="http://schemas.openxmlformats.org/officeDocument/2006/relationships/notesSlide" Target="/ppt/notesSlides/notesSlide2.xml" Id="Rd021239c20d84c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a41ef49304203" /><Relationship Type="http://schemas.openxmlformats.org/officeDocument/2006/relationships/notesSlide" Target="/ppt/notesSlides/notesSlide3.xml" Id="Rd829c96846e94e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49d56233542f6" /><Relationship Type="http://schemas.openxmlformats.org/officeDocument/2006/relationships/notesSlide" Target="/ppt/notesSlides/notesSlide4.xml" Id="Rf85251797b554c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f2eec5b4341dc" /><Relationship Type="http://schemas.openxmlformats.org/officeDocument/2006/relationships/notesSlide" Target="/ppt/notesSlides/notesSlide5.xml" Id="R9885de1b25fa4c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5b5b4e2564106" /><Relationship Type="http://schemas.openxmlformats.org/officeDocument/2006/relationships/notesSlide" Target="/ppt/notesSlides/notesSlide6.xml" Id="Rf0bae20e0f5d4e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35f07dfb24675" /><Relationship Type="http://schemas.openxmlformats.org/officeDocument/2006/relationships/notesSlide" Target="/ppt/notesSlides/notesSlide7.xml" Id="Rc7fcbb0deb5749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fe99644c44472" /><Relationship Type="http://schemas.openxmlformats.org/officeDocument/2006/relationships/notesSlide" Target="/ppt/notesSlides/notesSlide8.xml" Id="R5dbd1170c5a54c4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694491C-7E8A-46EA-8015-92D22AB9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Measurement, vector design and ideas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C865ADE-7567-432F-8FF1-E0D18FAB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6A74EFE-EAFB-43EE-B856-3A191C27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PROGRAMMABLE LIGHT · MODULE 2</a:t>
            </a:r>
          </a:p>
        </p:txBody>
      </p:sp>
    </p:spTree>
    <p:extLst>
      <p:ext uri="{BB962C8B-B14F-4D97-AF65-F5344CB8AC3E}">
        <p14:creationId xmlns:p14="http://schemas.microsoft.com/office/powerpoint/2010/main" val="478415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731B755-F35C-45B3-BB7D-B8C1706E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8BF1E22-4B2B-49B9-98A1-E692F9DC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Module 2: three connected learning sections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0A3BC2A-1B0C-4644-A18A-2ABBC99A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56C9EC1-0659-4AB3-B998-0796E05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BE6AD50-F203-4590-A2C8-9102BD6A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4F2C2DE9-CE54-4864-ADAC-94C9EF8C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LEARN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DC474AF-7EEE-43B2-B1C3-52E4FB9B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889C965-E5FD-46B8-A4FD-9F16812E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C4F4E028-12E1-4EE8-BF31-D5A6AAFD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Vector design: outlines, layers and laser-ready simplicity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Vector designs use editable lines and curves rather than a fixed pixel grid.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D78EF4CC-64D6-425A-BB10-3C355338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Image quality, resolution and design research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Image research provides references that help generate and compare design ideas.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0BCD2C1-B47D-413F-8751-572C1167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Iterating ideas and building success criteria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Iteration improves ideas through repeated comparison, refinement, combination or rejection.</a:t>
            </a:r>
          </a:p>
        </p:txBody>
      </p:sp>
    </p:spTree>
    <p:extLst>
      <p:ext uri="{BB962C8B-B14F-4D97-AF65-F5344CB8AC3E}">
        <p14:creationId xmlns:p14="http://schemas.microsoft.com/office/powerpoint/2010/main" val="14318650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DD41FA6-B1B7-458F-B7B7-E20D942F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A1B74F3-579E-443C-A7F6-B2AA2D34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Image quality, resolution and design research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526B542-B7F7-4621-8383-8F380A30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Image research provides references that help generate and compare design ideas.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45C4BF1-C274-46FC-B5EA-7A5E8DA5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Resolution records pixel dimensions and affects how much detail remains visible when an image is enlarged.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8760D50-C5FB-4CDA-A740-34D7D947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reference image is not automatically an approved or manufacturable final vector design.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AEE0DE1-0517-40D9-B0FF-3AB1EF1B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task: Image quality, resolution and design research · Evidence 1</a:t>
            </a:r>
          </a:p>
        </p:txBody>
      </p:sp>
    </p:spTree>
    <p:extLst>
      <p:ext uri="{BB962C8B-B14F-4D97-AF65-F5344CB8AC3E}">
        <p14:creationId xmlns:p14="http://schemas.microsoft.com/office/powerpoint/2010/main" val="16530525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A5FE2B7-C2A3-4B86-B8BF-F909DCCC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DEA11F8-86C4-467C-AA36-8D36BADE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 information to a reasoned decision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81E29A3-37AB-48FD-87FE-96D47F9C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D188190-E335-4C44-9E31-EEA2D136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C798322-61D7-4CF5-8BEE-B8FAFDA2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A6ABC13-AE0C-4D83-95CD-0C231582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9099A2C-BB5E-47F4-8E2F-7967B171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65FD8BA-AE42-426B-9156-638D0AED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B1AE8FC-6320-410E-BE55-43EF3DAF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Clear layers separate the base outline from added details and make the design easier to inspect.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DEE563C8-07A9-4AAE-A09C-B2144118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Resolution records pixel dimensions and affects how much detail remains visible when an image is enlarged.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4E51647-E05B-42D2-B90C-4EC8F404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Success criteria should be observable and usable when evaluating the completed solution.</a:t>
            </a:r>
          </a:p>
        </p:txBody>
      </p:sp>
    </p:spTree>
    <p:extLst>
      <p:ext uri="{BB962C8B-B14F-4D97-AF65-F5344CB8AC3E}">
        <p14:creationId xmlns:p14="http://schemas.microsoft.com/office/powerpoint/2010/main" val="15827678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4230EC4A-7C1F-496D-A75D-7206F468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A8A25AF1-8288-4F89-9381-B621FC08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Vector design: outlines, layers and laser-ready simplicity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DCCBF30-E109-4646-9476-D3E0A44D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Vector designs use editable lines and curves rather than a fixed pixel grid.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B82B5A-FF19-4DA2-835B-D71C1E65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Clear layers separate the base outline from added details and make the design easier to inspect.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E053AA9-6E6C-47EC-9447-44E96FCD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“Laser-ready” means ready for teacher checking, not approved for machine use.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AACDB06-F73E-4D84-BDE4-30FDCE15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task: Vector design: outlines, layers and laser-ready simplicity · Evidence 1</a:t>
            </a:r>
          </a:p>
        </p:txBody>
      </p:sp>
    </p:spTree>
    <p:extLst>
      <p:ext uri="{BB962C8B-B14F-4D97-AF65-F5344CB8AC3E}">
        <p14:creationId xmlns:p14="http://schemas.microsoft.com/office/powerpoint/2010/main" val="7213555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B3DADE2-62B5-4473-A307-0D6A845F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0AD6F53-B658-40B9-AAD9-65C0934A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Iterating ideas and building success criteria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22E6DB3-EC7B-4158-A7C5-1B6D539F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9BE5C18-E46C-426C-8780-CC141295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3A0441E-F9D7-4786-AC3B-C0D4833B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D6DC761-15EE-4CD4-BE3D-3A3FDEF4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05A7469-B67B-4625-AF31-46D8A889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914D98A-588B-4467-9C51-E0A01FD5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3BE3236-7941-43FA-A477-CFC179E9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Success criteria should be observable and usable when evaluating the completed solution.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6D0B2BA-4583-4EB3-8EDE-2C72CEA0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Iteration improves ideas through repeated comparison, refinement, combination or rejection.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20F765E-B902-4654-B8A0-AF5B68BF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personal goal belongs to one student, while project criteria apply to the designed solution.</a:t>
            </a:r>
          </a:p>
        </p:txBody>
      </p:sp>
    </p:spTree>
    <p:extLst>
      <p:ext uri="{BB962C8B-B14F-4D97-AF65-F5344CB8AC3E}">
        <p14:creationId xmlns:p14="http://schemas.microsoft.com/office/powerpoint/2010/main" val="4042137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F8EE3BC-B9E6-4B34-951C-58630C6D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380315E2-25D6-4560-9652-C9E0C662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evidence that shows your own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B7D6F92-BF68-4EAB-8117-38E0F264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Image quality, resolution and design research · Evidence 1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B91F9F7-67E0-4715-97EA-C8F7460C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Image quality, resolution and design research · Evidence 2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19A95C2-0925-4B4A-B00E-711C7EED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Vector design: outlines, layers and laser-ready simplicity · Evidence 1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B50A94D-36BE-4C04-BFE5-C503D93C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Vector design: outlines, layers and laser-ready simplicity · Evidence 2</a:t>
            </a:r>
          </a:p>
        </p:txBody>
      </p:sp>
    </p:spTree>
    <p:extLst>
      <p:ext uri="{BB962C8B-B14F-4D97-AF65-F5344CB8AC3E}">
        <p14:creationId xmlns:p14="http://schemas.microsoft.com/office/powerpoint/2010/main" val="8470000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70C34382-FC24-462E-8AE3-632227D8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Return to the module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55E4358-C0C4-49B4-BB42-C71E897E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 your learning.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Write your response.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folio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5362B9A-517D-45BB-A5E8-3ECCC586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645783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2026-08-11T16:28:08.8390000Z</dcterms:created>
  <dcterms:modified xsi:type="dcterms:W3CDTF">2026-08-11T16:28:08.8390000Z</dcterms:modified>
</coreProperties>
</file>